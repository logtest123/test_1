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2"/>
    <p:restoredTop sz="96197"/>
  </p:normalViewPr>
  <p:slideViewPr>
    <p:cSldViewPr snapToGrid="0" showGuides="1">
      <p:cViewPr varScale="1">
        <p:scale>
          <a:sx n="118" d="100"/>
          <a:sy n="118" d="100"/>
        </p:scale>
        <p:origin x="208" y="3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5B69FB-C2AA-B7EC-39D6-49D1B89999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37104B1-0C7D-4896-21D9-CD3CE17524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76B181-2B41-7839-403F-929DC047F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94EB6-EB0A-1C4A-A223-BE8587E5DB33}" type="datetimeFigureOut">
              <a:rPr kumimoji="1" lang="zh-CN" altLang="en-US" smtClean="0"/>
              <a:t>2023/10/10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394CD2-C94C-2F0F-90DC-2A3B1BA4D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F1189C-7399-DF3D-226F-A1EDD9C20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EBA83-E9AF-514B-ADF6-EB7A78672D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14023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DDC93C-74B4-5BC8-FCFA-0F9699B3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49A32F-FA32-26A3-9255-030B3F10A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B49B78-65D3-9752-63D6-383ADDE66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94EB6-EB0A-1C4A-A223-BE8587E5DB33}" type="datetimeFigureOut">
              <a:rPr kumimoji="1" lang="zh-CN" altLang="en-US" smtClean="0"/>
              <a:t>2023/10/10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336536-71AD-E81E-DD3A-15FD2A82A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33BA82-3E81-DF0B-2F89-A1651F7FE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EBA83-E9AF-514B-ADF6-EB7A78672D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89635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B1CBF9-B439-2459-C7EF-9C9BBEED3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914386-4735-92F2-E333-C893CB53A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69ABE9-A917-3666-5B79-4ED98428C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94EB6-EB0A-1C4A-A223-BE8587E5DB33}" type="datetimeFigureOut">
              <a:rPr kumimoji="1" lang="zh-CN" altLang="en-US" smtClean="0"/>
              <a:t>2023/10/10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C2B14B-1843-E6D9-2959-935EEFD63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A003A7-5593-2ADC-427A-F7F53D621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EBA83-E9AF-514B-ADF6-EB7A78672D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5958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DE773-B38D-F926-FDCE-2236B78BA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E5728E-8B70-7FCB-FD14-1CD09B8403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35AD0A-0568-BEAC-963E-BC381B52C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20D6F4-C8F0-5AE0-6173-312FE9F31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94EB6-EB0A-1C4A-A223-BE8587E5DB33}" type="datetimeFigureOut">
              <a:rPr kumimoji="1" lang="zh-CN" altLang="en-US" smtClean="0"/>
              <a:t>2023/10/10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D48190-A621-1126-C7FF-87492F98B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B50F52-8114-98E3-79A2-FBB51DEBB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EBA83-E9AF-514B-ADF6-EB7A78672D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38795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720295-5EF1-FC88-9B0D-11F71DD73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7E575E-C48D-CBE8-5058-C56B874EF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6A656E-9696-B81F-9869-62FA6C88A0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32CB30D-B390-A507-E5F5-6CAEDC3436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F8E021A-47C0-BAEB-D073-C984FFBC39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270872A-A41B-27DD-F638-536BD0F68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94EB6-EB0A-1C4A-A223-BE8587E5DB33}" type="datetimeFigureOut">
              <a:rPr kumimoji="1" lang="zh-CN" altLang="en-US" smtClean="0"/>
              <a:t>2023/10/10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3EF2D3A-85C7-0D85-749F-3F4095500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83AD9D6-BC14-383A-3AFC-F917F9480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EBA83-E9AF-514B-ADF6-EB7A78672D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8582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15C2A8-A2A5-F2A8-0B2F-80258C3CB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7757FD7-D4AE-E510-FFFA-9CBA8B1DB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94EB6-EB0A-1C4A-A223-BE8587E5DB33}" type="datetimeFigureOut">
              <a:rPr kumimoji="1" lang="zh-CN" altLang="en-US" smtClean="0"/>
              <a:t>2023/10/10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B5748FB-2318-4F2D-BAB2-DECBC6AB1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C0B8AF3-DF4B-065E-ED2F-3C58DE88C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EBA83-E9AF-514B-ADF6-EB7A78672D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97975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4F07C33-AC98-3D4A-607C-C24D38ACD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94EB6-EB0A-1C4A-A223-BE8587E5DB33}" type="datetimeFigureOut">
              <a:rPr kumimoji="1" lang="zh-CN" altLang="en-US" smtClean="0"/>
              <a:t>2023/10/10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D225715-ACE4-68FB-8D74-42FCD0C7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8D62C9-F2A1-96CB-12A6-F6079BBC5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EBA83-E9AF-514B-ADF6-EB7A78672D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3910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7831BC-BF2A-D288-07BB-62967E5E6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2598A5-3512-BF1B-0F3B-34AABD9FC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E7953D-F90C-32F7-C0E1-BEF535D99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A9BCE9-984A-1857-8724-ACEFCC3D1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94EB6-EB0A-1C4A-A223-BE8587E5DB33}" type="datetimeFigureOut">
              <a:rPr kumimoji="1" lang="zh-CN" altLang="en-US" smtClean="0"/>
              <a:t>2023/10/10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477348-2194-05FA-F9A1-62052D00B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FE0168-42D3-228E-190B-560B7BCDF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EBA83-E9AF-514B-ADF6-EB7A78672D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54689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C6567-8150-221E-598F-DD2DF47A9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F8DA2EE-EB04-081C-EF94-131E60326A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26EE53-0087-506B-D28E-C704698E88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7C2C2C-A280-AFBA-0A04-DB0DA623D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94EB6-EB0A-1C4A-A223-BE8587E5DB33}" type="datetimeFigureOut">
              <a:rPr kumimoji="1" lang="zh-CN" altLang="en-US" smtClean="0"/>
              <a:t>2023/10/10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28444B-9FE3-FE94-7A44-6F350ED45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005907-0FB3-E969-84D3-B50E25756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EBA83-E9AF-514B-ADF6-EB7A78672D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21762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FDFF6-3FFF-116A-9DB4-59F7BB7DC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55F5ABD-85AA-1F21-E328-25129E72A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A16D6A-5159-AE48-0B30-27CC00045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94EB6-EB0A-1C4A-A223-BE8587E5DB33}" type="datetimeFigureOut">
              <a:rPr kumimoji="1" lang="zh-CN" altLang="en-US" smtClean="0"/>
              <a:t>2023/10/10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9C93C9-AB1E-5138-8DBD-CADD6404F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9E1339-0C49-AB3A-3E63-BE19C087F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EBA83-E9AF-514B-ADF6-EB7A78672D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0761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4F79161-A25C-F1FA-A89E-A1EDEFC076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A5C669-49B1-F37A-1C7B-A970C314C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084DF5-1942-D877-78BC-784DDF591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94EB6-EB0A-1C4A-A223-BE8587E5DB33}" type="datetimeFigureOut">
              <a:rPr kumimoji="1" lang="zh-CN" altLang="en-US" smtClean="0"/>
              <a:t>2023/10/10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965436-A157-70ED-4FA8-3C7F4A26E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F9A6A5-5D45-38BD-80C4-C83CEF43E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EBA83-E9AF-514B-ADF6-EB7A78672D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50349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C98B913-52FB-32F9-7CC3-9F65D7478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8623B7-78D8-BE47-CB58-7EECC66C3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94E91D-EDF2-2247-4295-CE4B4BAC7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294EB6-EB0A-1C4A-A223-BE8587E5DB33}" type="datetimeFigureOut">
              <a:rPr kumimoji="1" lang="zh-CN" altLang="en-US" smtClean="0"/>
              <a:t>2023/10/10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E82989-1D94-C080-FC3D-C9BFC2525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4B046D-6AE4-FB49-E892-42A1DEDD96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EBA83-E9AF-514B-ADF6-EB7A78672D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9814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D175A01-1364-13B2-C954-80AFCB475468}"/>
              </a:ext>
            </a:extLst>
          </p:cNvPr>
          <p:cNvSpPr txBox="1"/>
          <p:nvPr/>
        </p:nvSpPr>
        <p:spPr>
          <a:xfrm>
            <a:off x="1687286" y="1360714"/>
            <a:ext cx="2514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お早よございいます</a:t>
            </a:r>
            <a:endParaRPr kumimoji="1" lang="en-US" altLang="zh-CN" dirty="0"/>
          </a:p>
          <a:p>
            <a:r>
              <a:rPr kumimoji="1" lang="zh-CN" altLang="en-US" dirty="0"/>
              <a:t>こんにちは</a:t>
            </a:r>
            <a:endParaRPr kumimoji="1" lang="en-US" altLang="zh-CN" dirty="0"/>
          </a:p>
          <a:p>
            <a:r>
              <a:rPr kumimoji="1" lang="zh-CN" altLang="en-US" dirty="0"/>
              <a:t>さよなら</a:t>
            </a:r>
            <a:endParaRPr kumimoji="1"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FF349A-37BC-0A28-F4EE-39BCD1031698}"/>
              </a:ext>
            </a:extLst>
          </p:cNvPr>
          <p:cNvSpPr txBox="1"/>
          <p:nvPr/>
        </p:nvSpPr>
        <p:spPr>
          <a:xfrm>
            <a:off x="1687286" y="3650627"/>
            <a:ext cx="5170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僕達は会社の安全、絶対に必ず守る</a:t>
            </a:r>
            <a:endParaRPr kumimoji="1" lang="en-US" altLang="zh-CN" dirty="0"/>
          </a:p>
        </p:txBody>
      </p:sp>
      <p:sp>
        <p:nvSpPr>
          <p:cNvPr name="文本框 5" id="6" hidden="true"/>
          <p:cNvSpPr txBox="true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BBAAD9C20180234D78A0072836F0B9B062B9B20A17B8FBB0A0D9893BB1142BF07B44BF3871610B0522992208C846F7EBD7F921EA31D03B911BBFC2797C6E2DD924FEDEADC821D6C764C02A076A2247D61A4CE04A73DB7E3308D8119F38BF4C08D6D6229E9E3</a:t>
            </a:r>
          </a:p>
        </p:txBody>
      </p:sp>
    </p:spTree>
    <p:extLst>
      <p:ext uri="{BB962C8B-B14F-4D97-AF65-F5344CB8AC3E}">
        <p14:creationId xmlns:p14="http://schemas.microsoft.com/office/powerpoint/2010/main" val="706582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19</Words>
  <Application>Microsoft Macintosh PowerPoint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向上文(文纵)</dc:creator>
  <cp:lastModifiedBy>向上文(文纵)</cp:lastModifiedBy>
  <cp:revision>1</cp:revision>
  <dcterms:created xsi:type="dcterms:W3CDTF">2023-10-10T12:43:03Z</dcterms:created>
  <dcterms:modified xsi:type="dcterms:W3CDTF">2023-10-10T12:50:30Z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perty1">
    <vt:lpwstr>BBAAD9C20180234D78A0072836F0B9B062B9B20A17B8FBB0A0D9893BB1142BF07B44BF3871610B0522992208C846F7EBD7F921EA31D03B911BBFC2797C6E2DD924FEDEADC821D6C764C02A076A2247D61A4CE04A73DB7E3308D8119F38BF4C08D6D6229E9E3</vt:lpwstr>
  </property>
</Properties>
</file>